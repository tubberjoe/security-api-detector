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This presentation focuses on how defenders can detect exploitation attempts, rather than only identifying vulnerable software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impact depends on both the Apache version and the server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explanation at the level needed to support the detection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steps 3 and 4 are configuration-dependent. The presentation is about detection and does not require attacking a public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central detection point: combine request evidence with host evidence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uses layered evidence. One suspicious request can be lower confidence; request plus process execution is much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IP address is documentation-only example data. Explain why the combined signals are stronger than the request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difference between an attempted exploit and confirmed compromise. Include patching to Apache 2.4.51 or later as the remediation reference for the CVE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statement: My proposal combines request-level detection with host telemetry. The HTTP request identifies a likely exploitation attempt, while process and network evidence can increase confidence that exploitation succeeded.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Detecting attacks against Apache HTTP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CVE-2021-41773 | Technical presentation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CVE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Affected Apache HTTP Server 2.4.49</a:t>
            </a:r>
          </a:p>
          <a:p>
            <a:pPr/>
            <a:r>
              <a:rPr/>
              <a:t>Allowed unauthenticated path traversal and file disclosure in some configurations</a:t>
            </a:r>
          </a:p>
          <a:p>
            <a:pPr/>
            <a:r>
              <a:rPr/>
              <a:t>Could lead to remote code execution when CGI was enabled and access controls were missing</a:t>
            </a:r>
          </a:p>
          <a:p>
            <a:pPr/>
            <a:r>
              <a:rPr/>
              <a:t>It was exploited in the wild and appears in CISA's Known Exploited Vulnerabilities catalogue</a:t>
            </a:r>
          </a:p>
          <a:p>
            <a:pPr/>
            <a:r>
              <a:rPr/>
              <a:t>The first fix was incomplete, which led to CVE-2021-42013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cause and preconditions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 change in path normalisation mishandled encoded traversal characters</a:t>
            </a:r>
          </a:p>
          <a:p>
            <a:pPr/>
            <a:r>
              <a:rPr/>
              <a:t>A crafted URL could move outside the intended web directory</a:t>
            </a:r>
          </a:p>
          <a:p>
            <a:pPr/>
            <a:r>
              <a:rPr/>
              <a:t>File disclosure depended on exposed paths and weak access restrictions</a:t>
            </a:r>
          </a:p>
          <a:p>
            <a:pPr/>
            <a:r>
              <a:rPr/>
              <a:t>Remote code execution required extra conditions, including CGI support</a:t>
            </a:r>
          </a:p>
          <a:p>
            <a:pPr/>
            <a:r>
              <a:rPr/>
              <a:t>A version check shows exposure. It does not show that the server was attacked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1. Find an exposed Apache server running the affected version</a:t>
            </a:r>
          </a:p>
          <a:p>
            <a:pPr/>
            <a:r>
              <a:rPr/>
              <a:t>2. Send a request containing encoded path traversal</a:t>
            </a:r>
          </a:p>
          <a:p>
            <a:pPr/>
            <a:r>
              <a:rPr/>
              <a:t>3. Try to read a sensitive file or reach a CGI path</a:t>
            </a:r>
          </a:p>
          <a:p>
            <a:pPr/>
            <a:r>
              <a:rPr/>
              <a:t>4. If the configuration allows it, run a command through Apache</a:t>
            </a:r>
          </a:p>
          <a:p>
            <a:pPr/>
            <a:r>
              <a:rPr/>
              <a:t>5. Continue with reconnaissance, credential access, persistence, or lateral movement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defenders can observe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HTTP logs: encoded traversal, unusual paths, CGI requests, source IP, and user agent</a:t>
            </a:r>
          </a:p>
          <a:p>
            <a:pPr/>
            <a:r>
              <a:rPr/>
              <a:t>Responses: unusual status codes, sizes, or errors followed by success</a:t>
            </a:r>
          </a:p>
          <a:p>
            <a:pPr/>
            <a:r>
              <a:rPr/>
              <a:t>Process telemetry: Apache starting a shell or another unexpected process</a:t>
            </a:r>
          </a:p>
          <a:p>
            <a:pPr/>
            <a:r>
              <a:rPr/>
              <a:t>File and network telemetry: sensitive-file access or outbound connections from Apache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Alert on encoded or repeated traversal in an HTTP request</a:t>
            </a:r>
          </a:p>
          <a:p>
            <a:pPr/>
            <a:r>
              <a:rPr/>
              <a:t>Increase confidence if it targets CGI or a sensitive file path</a:t>
            </a:r>
          </a:p>
          <a:p>
            <a:pPr/>
            <a:r>
              <a:rPr/>
              <a:t>Correlate the request with the response status and size</a:t>
            </a:r>
          </a:p>
          <a:p>
            <a:pPr/>
            <a:r>
              <a:rPr/>
              <a:t>Raise severity if Apache starts a shell or interpreter afterwards</a:t>
            </a:r>
          </a:p>
          <a:p>
            <a:pPr/>
            <a:r>
              <a:rPr/>
              <a:t>Treat the request as an attempt, not proof of compromise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Alert: Possible Apache path traversal attack</a:t>
            </a:r>
          </a:p>
          <a:p>
            <a:pPr/>
            <a:r>
              <a:rPr/>
              <a:t>Source: 203.0.113.44 | Target: web-01</a:t>
            </a:r>
          </a:p>
          <a:p>
            <a:pPr/>
            <a:r>
              <a:rPr/>
              <a:t>Request: /cgi-bin/.%2e/.%2e/.%2e/.%2e/etc/passwd</a:t>
            </a:r>
          </a:p>
          <a:p>
            <a:pPr/>
            <a:r>
              <a:rPr/>
              <a:t>HTTP result: 200 OK with an unusual response size</a:t>
            </a:r>
          </a:p>
          <a:p>
            <a:pPr/>
            <a:r>
              <a:rPr/>
              <a:t>Follow-up: apache2 spawned /bin/sh</a:t>
            </a:r>
          </a:p>
          <a:p>
            <a:pPr/>
            <a:r>
              <a:rPr/>
              <a:t>Assessment: Likely exploitation attempt; check file access and 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Scanners and authorised testing can create similar requests</a:t>
            </a:r>
          </a:p>
          <a:p>
            <a:pPr/>
            <a:r>
              <a:rPr/>
              <a:t>Proxies may decode, rewrite, or log paths differently</a:t>
            </a:r>
          </a:p>
          <a:p>
            <a:pPr/>
            <a:r>
              <a:rPr/>
              <a:t>Attackers can vary the encoding and request structure</a:t>
            </a:r>
          </a:p>
          <a:p>
            <a:pPr/>
            <a:r>
              <a:rPr/>
              <a:t>HTTP logs alone cannot prove command execution</a:t>
            </a:r>
          </a:p>
          <a:p>
            <a:pPr/>
            <a:r>
              <a:rPr/>
              <a:t>Preserve telemetry, check the scope, isolate confirmed execution, and patch affected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The strongest detection combines request indicators with process or network telemetry</a:t>
            </a:r>
          </a:p>
          <a:p>
            <a:pPr/>
            <a:r>
              <a:rPr/>
              <a:t>Report exposure, attempted exploitation, and confirmed compromise separately</a:t>
            </a:r>
          </a:p>
          <a:p>
            <a:pPr/>
            <a:r>
              <a:rPr/>
              <a:t>References: NVD, MITRE CVE, CISA KEV, Rapid7, Qualys, BleepingComputer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